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CCS-2PLUS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Smart Hotel Control &amp; Management System</a:t>
            </a:r>
          </a:p>
          <a:p>
            <a:pPr>
              <a:defRPr sz="2200"/>
            </a:pPr>
            <a:r>
              <a:t>ระบบเช็คอิน–เช็คเอาท์ยุคใหม่ สำหรับโรงแรมขนาดเล็ก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ปัญหาระบบเดิม CCS-2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ระบบ Master แบบเดิมใช้งานจำกัด</a:t>
            </a:r>
          </a:p>
          <a:p>
            <a:pPr>
              <a:defRPr sz="2000"/>
            </a:pPr>
            <a:r>
              <a:t>• ไม่มี Dashboard Realtime</a:t>
            </a:r>
          </a:p>
          <a:p>
            <a:pPr>
              <a:defRPr sz="2000"/>
            </a:pPr>
            <a:r>
              <a:t>• ไม่มี Mobile Handheld</a:t>
            </a:r>
          </a:p>
          <a:p>
            <a:pPr>
              <a:defRPr sz="2000"/>
            </a:pPr>
            <a:r>
              <a:t>• ตรวจสอบการทุจริตได้ยาก</a:t>
            </a:r>
          </a:p>
          <a:p>
            <a:pPr>
              <a:defRPr sz="2000"/>
            </a:pPr>
            <a:r>
              <a:t>• ขยายระบบและ Cloud ได้จำกัด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แนวคิดระบบ CCS-2PLUS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Touchscreen Front Office</a:t>
            </a:r>
          </a:p>
          <a:p>
            <a:pPr>
              <a:defRPr sz="2000"/>
            </a:pPr>
            <a:r>
              <a:t>• Handheld Room Boy</a:t>
            </a:r>
          </a:p>
          <a:p>
            <a:pPr>
              <a:defRPr sz="2000"/>
            </a:pPr>
            <a:r>
              <a:t>• Realtime Manager Dashboard</a:t>
            </a:r>
          </a:p>
          <a:p>
            <a:pPr>
              <a:defRPr sz="2000"/>
            </a:pPr>
            <a:r>
              <a:t>• Cloud Report</a:t>
            </a:r>
          </a:p>
          <a:p>
            <a:pPr>
              <a:defRPr sz="2000"/>
            </a:pPr>
            <a:r>
              <a:t>• Anti-fraud Log &amp; Audit Trail</a:t>
            </a:r>
          </a:p>
          <a:p>
            <a:pPr>
              <a:defRPr sz="2000"/>
            </a:pPr>
            <a:r>
              <a:t>• รองรับ RS-485 + MQTT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โครงสร้างระบบ CCS-2PLUS PRO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Touchscreen + Handheld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เช็คอินหน้าห้องได้ทันที</a:t>
            </a:r>
          </a:p>
          <a:p>
            <a:pPr>
              <a:defRPr sz="2000"/>
            </a:pPr>
            <a:r>
              <a:t>• ลดเวลาการบริการ</a:t>
            </a:r>
          </a:p>
          <a:p>
            <a:pPr>
              <a:defRPr sz="2000"/>
            </a:pPr>
            <a:r>
              <a:t>• ต่อเวลา / เปิดห้อง / แจ้งทำความสะอาด</a:t>
            </a:r>
          </a:p>
          <a:p>
            <a:pPr>
              <a:defRPr sz="2000"/>
            </a:pPr>
            <a:r>
              <a:t>• รองรับ Wi‑Fi / 4G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ดูสถานะห้อง Realtime</a:t>
            </a:r>
          </a:p>
          <a:p>
            <a:pPr>
              <a:defRPr sz="2000"/>
            </a:pPr>
            <a:r>
              <a:t>• ห้องว่าง / ใช้งาน / เกินเวลา / DND</a:t>
            </a:r>
          </a:p>
          <a:p>
            <a:pPr>
              <a:defRPr sz="2000"/>
            </a:pPr>
            <a:r>
              <a:t>• รายได้ต่อวัน</a:t>
            </a:r>
          </a:p>
          <a:p>
            <a:pPr>
              <a:defRPr sz="2000"/>
            </a:pPr>
            <a:r>
              <a:t>• Occupancy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Anti-fraud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บันทึกทุก Event</a:t>
            </a:r>
          </a:p>
          <a:p>
            <a:pPr>
              <a:defRPr sz="2000"/>
            </a:pPr>
            <a:r>
              <a:t>• ตรวจจับเปิดห้องผิดปกติ</a:t>
            </a:r>
          </a:p>
          <a:p>
            <a:pPr>
              <a:defRPr sz="2000"/>
            </a:pPr>
            <a:r>
              <a:t>• Command ON ≠ Actual ON</a:t>
            </a:r>
          </a:p>
          <a:p>
            <a:pPr>
              <a:defRPr sz="2000"/>
            </a:pPr>
            <a:r>
              <a:t>• Audit Trail ตรวจย้อนหลังได้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เทคโนโลยีที่ใช้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Mini PC Local Server</a:t>
            </a:r>
          </a:p>
          <a:p>
            <a:pPr>
              <a:defRPr sz="2000"/>
            </a:pPr>
            <a:r>
              <a:t>• PostgreSQL Database</a:t>
            </a:r>
          </a:p>
          <a:p>
            <a:pPr>
              <a:defRPr sz="2000"/>
            </a:pPr>
            <a:r>
              <a:t>• MQTT Broker</a:t>
            </a:r>
          </a:p>
          <a:p>
            <a:pPr>
              <a:defRPr sz="2000"/>
            </a:pPr>
            <a:r>
              <a:t>• RS‑485 Modbus RTU</a:t>
            </a:r>
          </a:p>
          <a:p>
            <a:pPr>
              <a:defRPr sz="2000"/>
            </a:pPr>
            <a:r>
              <a:t>• Android Handheld</a:t>
            </a:r>
          </a:p>
          <a:p>
            <a:pPr>
              <a:defRPr sz="2000"/>
            </a:pPr>
            <a:r>
              <a:t>• Cloud Backup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ลดการทุจริต</a:t>
            </a:r>
          </a:p>
          <a:p>
            <a:pPr>
              <a:defRPr sz="2000"/>
            </a:pPr>
            <a:r>
              <a:t>• เพิ่มความเร็วการบริการ</a:t>
            </a:r>
          </a:p>
          <a:p>
            <a:pPr>
              <a:defRPr sz="2000"/>
            </a:pPr>
            <a:r>
              <a:t>• ลดภาระพนักงาน</a:t>
            </a:r>
          </a:p>
          <a:p>
            <a:pPr>
              <a:defRPr sz="2000"/>
            </a:pPr>
            <a:r>
              <a:t>• เหมาะโรงแรม 10–50 ห้อง</a:t>
            </a:r>
          </a:p>
          <a:p>
            <a:pPr>
              <a:defRPr sz="2000"/>
            </a:pPr>
            <a:r>
              <a:t>• Upgrade จาก CCS-2 เดิมได้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สรุปโครงการ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CCS‑2PLUS PRO คือการเปลี่ยนระบบ CCS‑2 เดิม</a:t>
            </a:r>
          </a:p>
          <a:p>
            <a:pPr>
              <a:defRPr sz="2000"/>
            </a:pPr>
            <a:r>
              <a:t>ให้เป็น Smart Hotel Management Platform</a:t>
            </a:r>
          </a:p>
          <a:p>
            <a:pPr>
              <a:defRPr sz="2000"/>
            </a:pPr>
            <a:r>
              <a:t>พร้อมรองรับการเติบโตในอนาคต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detailed_infographic_product_architecture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43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infographic_slide_with_a_technica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43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high_resolution_ui_screenshot_infographic_sty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430000" cy="76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